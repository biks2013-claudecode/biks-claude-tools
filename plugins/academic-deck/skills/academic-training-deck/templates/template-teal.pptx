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rgbClr val="007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Week 4</c:v>
                </c:pt>
                <c:pt idx="2">
                  <c:v>Week 8</c:v>
                </c:pt>
                <c:pt idx="3">
                  <c:v>Week 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Εξώφυλλο — θέμα, ομιλητής, ημερομηνία.
ΠΟΤΕ ΝΑ ΤΟ ΧΡΗΣΙΜΟΠΟΙΗΣΕΙΣ:
• Πάντα το πρώτο slide.
• Τίτλος έως 8 λέξεις — τα υπόλοιπα στον υπότιτλο.
• Μην προσθέτεις logo πάνω από το accent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Meta-slide που εξηγεί το template σε όποιον ανοίξει το αρχείο.
ΠΟΤΕ ΝΑ ΤΟ ΧΡΗΣΙΜΟΠΟΙΗΣΕΙΣ:
• Σβήσ' το πριν παραδώσεις ένα πραγματικό deck.
• Κράτα τους τίτλους στα ελληνικά για να ξεχωρίζει ως meta-slide.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Χάρτης της ομιλίας — 4 έως 6 ενότητες.
ΠΟΤΕ ΝΑ ΤΟ ΧΡΗΣΙΜΟΠΟΙΗΣΕΙΣ:
• Πάνω από 6 γραμμές δεν χωράνε — ομαδοποίησε.
• Ο υπότιτλος κάθε γραμμής είναι μία φράση, όχι πρόταση.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Διαχωριστικό ενότητας — σηματοδοτεί αλλαγή θέματος.
ΠΟΤΕ ΝΑ ΤΟ ΧΡΗΣΙΜΟΠΟΙΗΣΕΙΣ:
• Αύξησε τον αριθμό σε κάθε νέα ενότητα.
• Ίδια δομή σε όλα τα dividers — μην την παραλλάσσεις.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περιεχομένου με ιεραρχία — κύρια σημεία και sub-bullets.
ΠΟΤΕ ΝΑ ΤΟ ΧΡΗΣΙΜΟΠΟΙΗΣΕΙΣ:
• Μέχρι 3 κύρια σημεία ανά slide.
• Κύρια σε bold ink, sub-bullets σε muted grey.
• Το callout κρατά ΈΝΑ μήνυμα, όχι περίληψη.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Δύο παράλληλες ιδέες ίσου βάρους (θεωρία vs πράξη).
ΠΟΤΕ ΝΑ ΤΟ ΧΡΗΣΙΜΟΠΟΙΗΣΕΙΣ:
• Ίδιο μήκος και στις δύο στήλες.
• ΠΟΤΕ γραμμή κάτω από τους υπότιτλους — δείχνει AI-generated.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Εικόνα/διάγραμμα με ερμηνευτικό κείμενο δίπλα.
ΠΟΤΕ ΝΑ ΤΟ ΧΡΗΣΙΜΟΠΟΙΗΣΕΙΣ:
• Κάθε figure θέλει λεζάντα ΚΑΙ πηγή.
• Το κείμενο εξηγεί τι να δει το κοινό — δεν περιγράφει την εικόνα.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Τρεις παράλληλες έννοιες (πυλώνες, διαστάσεις, βήματα).
ΠΟΤΕ ΝΑ ΤΟ ΧΡΗΣΙΜΟΠΟΙΗΣΕΙΣ:
• Ακριβώς 3 — ούτε 2 ούτε 4.
• MECE: να μην επικαλύπτονται και να καλύπτουν το θέμα.
• Ίσο μήκος περιγραφών.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Ένα και μόνο ποσοτικό εύρημα σε πρώτο πλάνο.
ΠΟΤΕ ΝΑ ΤΟ ΧΡΗΣΙΜΟΠΟΙΗΣΕΙΣ:
• Στρογγυλοί αριθμοί — 87%, όχι 87.34%.
• Πάντα ανάφερε μέγεθος δείγματος και χρονικό διάστημα.
• Ένα τέτοιο slide ανά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Σύγκριση δύο καταστάσεων ή επιλογών.
ΠΟΤΕ ΝΑ ΤΟ ΧΡΗΣΙΜΟΠΟΙΗΣΕΙΣ:
• Ίδιος αριθμός bullets και στις δύο κάρτες.
• Η δεξιά κάρτα έχει accent border — εκεί πάει το βλέμμα.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Παράθεμα με κύρος που πλαισιώνει το επιχείρημα.
ΠΟΤΕ ΝΑ ΤΟ ΧΡΗΣΙΜΟΠΟΙΗΣΕΙΣ:
• Έως 30 λέξεις.
• Ένα pull quote ανά deck — αλλιώς χάνει τη δύναμή του.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Ποσοτική τεκμηρίωση με ερμηνεία δίπλα.
ΠΟΤΕ ΝΑ ΤΟ ΧΡΗΣΙΜΟΠΟΙΗΣΕΙΣ:
• ΠΟΤΕ chart χωρίς το πάνελ ερμηνείας δεξιά.
• Ένα series ανά chart — αλλιώς χάνεται το μήνυμα.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Ακολουθία 3–5 διακριτών βημάτων.
ΠΟΤΕ ΝΑ ΤΟ ΧΡΗΣΙΜΟΠΟΙΗΣΕΙΣ:
• Οι τίτλοι είναι ρήματα μίας λέξης.
• Πάνω από 5 βήματα → σπάσ' το σε δύο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Πολυμεταβλητά ποσοτικά αποτελέσματα.
ΠΟΤΕ ΝΑ ΤΟ ΧΡΗΣΙΜΟΠΟΙΗΣΕΙΣ:
• Το accent χρώμα σημαίνει στατιστική σημαντικότητα — όχι διακόσμηση.
• Δευτερεύουσες τιμές (N, SD) σε muted.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Τα 3 πράγματα που πρέπει να θυμάται το κοινό.
ΠΟΤΕ ΝΑ ΤΟ ΧΡΗΣΙΜΟΠΟΙΗΣΕΙΣ:
• Ακριβώς 3.
• Το τρίτο πρέπει να είναι actionable — τι να κάνει το κοινό.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Βιβλιογραφία σε APA 7.
ΠΟΤΕ ΝΑ ΤΟ ΧΡΗΣΙΜΟΠΟΙΗΣΕΙΣ:
• Έως 4 εγγραφές ανά slide — μετά δεύτερο slide.
• Ποτέ μη μικραίνεις τη γραμματοσειρά για να χωρέσουν.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κλεισίματος που μένει στην οθόνη στις ερωτήσεις.
ΠΟΤΕ ΝΑ ΤΟ ΧΡΗΣΙΜΟΠΟΙΗΣΕΙΣ:
• Πάντα με στοιχεία επικοινωνίας — γι' αυτό υπάρχει.
• Πάντα τελευταίο slide περιεχομένου.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Εσωτερικό φύλλο αναφοράς με τα design tokens.
ΠΟΤΕ ΝΑ ΤΟ ΧΡΗΣΙΜΟΠΟΙΗΣΕΙΣ:
• Κράτα το για συνεργάτες, σβήσ' το για το κοινό.
• Ενημέρωσέ το αν αλλάξεις παλέτα.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TEMPLATE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36576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of Your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concise, descriptive subtitle that sets the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 /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ΟΔΗΓΙΕΣ ΧΡΗΣΗΣ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Πώς να χρησιμοποιήσεις αυτό το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Βασικοί κανόνες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Ένα μήνυμα ανά slide.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Κράτα τα 0.5" περιθώρια — τίποτα δεν τα περνάει.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Το accent χρώμα μόνο για έμφαση, ποτέ για σώμα κειμένου.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Κάθε slide έχει ένα οπτικό στοιχείο.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007B85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1A1A2E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F0F8F9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555555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topic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84832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&amp; prior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has already been established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study was conducted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18688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785616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782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follows from the results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0" cy="1828800"/>
          </a:xfrm>
          <a:prstGeom prst="line">
            <a:avLst/>
          </a:prstGeom>
          <a:noFill/>
          <a:ln w="12700">
            <a:solidFill>
              <a:srgbClr val="007B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context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one-sentence framing of what this section covers.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with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main point stated as a claim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detail or qualification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detail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main point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or example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main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36576" cy="2743200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most important thing the audience should take from this slide.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parallel ideas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paragraph presenting the first of two ideas of equal weight. Keep the length matched to the right column.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one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two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counterpart paragraph. Imbalance in length reads as bias, so match sentence count and rhythm.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Counterpart one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Counterpart two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with interpretation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that tell the audience what to look at in the figure and why it matters.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and setting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Instruments used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solidFill>
            <a:srgbClr val="F0F8F9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/ diagram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Study design overview. Source: Author, 2026.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parallel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pillar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describing the first concept. Keep all three descriptions roughly the same length.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55264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pillar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55264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concept, stated at the same level of abstraction as the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53328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pillar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328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concept. Together the three must be mutually exclusive and collectively exhaustive.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14400" dirty="0"/>
          </a:p>
        </p:txBody>
      </p:sp>
      <p:sp>
        <p:nvSpPr>
          <p:cNvPr id="5" name="Shape 3"/>
          <p:cNvSpPr/>
          <p:nvPr/>
        </p:nvSpPr>
        <p:spPr>
          <a:xfrm>
            <a:off x="5029200" y="2011680"/>
            <a:ext cx="0" cy="1463040"/>
          </a:xfrm>
          <a:prstGeom prst="line">
            <a:avLst/>
          </a:prstGeom>
          <a:noFill/>
          <a:ln w="9525">
            <a:solidFill>
              <a:srgbClr val="CC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participants improved over the baseline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651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across 240 participants over a 12-week period. The effect held across all three cohorts.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 N = 240.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and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0F8F9"/>
          </a:solidFill>
          <a:ln w="6350">
            <a:solidFill>
              <a:srgbClr val="CC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prior 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condition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condition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condition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state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improvement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improvement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improvement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authoritative sentence that reframes the problem and earns its own slide.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365760" cy="18288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Name,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trend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9202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is monotonic across all four measurement points, with the steepest gain between baseline and week 4.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Four-step procedure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2700">
            <a:solidFill>
              <a:srgbClr val="CCE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question and the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data from all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49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the hypotheses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disseminate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across conditions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42.1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Treatment 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B8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58.7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B8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.01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Treatment 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49.3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.08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 Bold values are significant at p &lt; .01.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709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thing to remember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that restates the core finding.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532888"/>
            <a:ext cx="722376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2670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thing to remember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it changes.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93008"/>
            <a:ext cx="722376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do 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actionable implication — not another summary point.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A. A., &amp; Author, B. B. (2023). Title of the article in sentence case.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Name, 12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45–67. https://doi.org/10.0000/example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C. C. (2024).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of the book in italics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Publisher.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D. D. (2025). Conference paper title. In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Proceedings of the Conference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(pp. 101–115). Publisher.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343400" y="3337560"/>
            <a:ext cx="457200" cy="36576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author@institution.edu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@handle · institution.edu/author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Χρώματα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274320"/>
          </a:xfrm>
          <a:prstGeom prst="rect">
            <a:avLst/>
          </a:prstGeom>
          <a:solidFill>
            <a:srgbClr val="1A1A2E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1A1A2E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320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FFFFFF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20040" cy="274320"/>
          </a:xfrm>
          <a:prstGeom prst="rect">
            <a:avLst/>
          </a:prstGeom>
          <a:solidFill>
            <a:srgbClr val="F0F8F9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F0F8F9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320040" cy="274320"/>
          </a:xfrm>
          <a:prstGeom prst="rect">
            <a:avLst/>
          </a:prstGeom>
          <a:solidFill>
            <a:srgbClr val="007B85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007B85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320040" cy="274320"/>
          </a:xfrm>
          <a:prstGeom prst="rect">
            <a:avLst/>
          </a:prstGeom>
          <a:solidFill>
            <a:srgbClr val="005F67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dark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55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005F67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20040" cy="274320"/>
          </a:xfrm>
          <a:prstGeom prst="rect">
            <a:avLst/>
          </a:prstGeom>
          <a:solidFill>
            <a:srgbClr val="555555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555555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20040" cy="274320"/>
          </a:xfrm>
          <a:prstGeom prst="rect">
            <a:avLst/>
          </a:prstGeom>
          <a:solidFill>
            <a:srgbClr val="CCE4E6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CCE4E6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Τυπογραφία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9659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28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number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160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12–14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/ footer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Calibri 9–10 pt, +3 tracking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0.5" margins · 0.3–0.5" gaps between blocks · Ratio 16:9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&amp; Training Presentation Template</dc:title>
  <dc:subject>18-layout reference deck</dc:subject>
  <dc:creator>Template</dc:creator>
  <cp:lastModifiedBy>Template</cp:lastModifiedBy>
  <cp:revision>1</cp:revision>
  <dcterms:created xsi:type="dcterms:W3CDTF">2026-07-26T05:42:51Z</dcterms:created>
  <dcterms:modified xsi:type="dcterms:W3CDTF">2026-07-26T05:42:51Z</dcterms:modified>
</cp:coreProperties>
</file>